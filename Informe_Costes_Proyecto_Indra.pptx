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715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Datos internos del usuario: DedicacionesS24B05_ENERO2024_ABRIL2026.xls (dataset completo, sin filtros).
- Referencia visual empleada para maquetación: IndraMind_Template_reducida.pptx.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2360" y="548640"/>
            <a:ext cx="260604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417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Costes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Proyecto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76656" y="2468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completo • 06/2024 – 03/2026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76656" y="315468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86384" y="3227832"/>
            <a:ext cx="1883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total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6384" y="347472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1.087.099,33 €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944368" y="31546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3054096" y="3227832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totales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054096" y="3474720"/>
            <a:ext cx="1655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30.908,15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983480" y="31546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093208" y="322783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93208" y="3474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702552" y="31546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6812280" y="322783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12280" y="34747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" y="468172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ejecutiva para comité de dirección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5A99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ejecutivo del proyecto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Cobertura: 563 registros | 06/2024–03/2026 | 77 categorías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51560"/>
            <a:ext cx="2011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9" name="Text 7"/>
          <p:cNvSpPr/>
          <p:nvPr/>
        </p:nvSpPr>
        <p:spPr>
          <a:xfrm>
            <a:off x="640080" y="1124712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total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1.087.099,33 €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70048" y="1051560"/>
            <a:ext cx="192024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12" name="Text 10"/>
          <p:cNvSpPr/>
          <p:nvPr/>
        </p:nvSpPr>
        <p:spPr>
          <a:xfrm>
            <a:off x="2779776" y="1124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totales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79776" y="1371600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30.908,15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18304" y="1051560"/>
            <a:ext cx="1417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15" name="Text 13"/>
          <p:cNvSpPr/>
          <p:nvPr/>
        </p:nvSpPr>
        <p:spPr>
          <a:xfrm>
            <a:off x="4828032" y="11247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Departamentos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37160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54496" y="1051560"/>
            <a:ext cx="1417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18" name="Text 16"/>
          <p:cNvSpPr/>
          <p:nvPr/>
        </p:nvSpPr>
        <p:spPr>
          <a:xfrm>
            <a:off x="6364224" y="11247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137160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790688" y="1051560"/>
            <a:ext cx="1417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21" name="Text 19"/>
          <p:cNvSpPr/>
          <p:nvPr/>
        </p:nvSpPr>
        <p:spPr>
          <a:xfrm>
            <a:off x="7900416" y="11247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del periodo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00416" y="137160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10/2025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9326880" y="1051560"/>
            <a:ext cx="141732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  <a:effectLst>
            <a:outerShdw blurRad="15240" dist="635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1400"/>
          </a:p>
        </p:txBody>
      </p:sp>
      <p:sp>
        <p:nvSpPr>
          <p:cNvPr id="24" name="Text 22"/>
          <p:cNvSpPr/>
          <p:nvPr/>
        </p:nvSpPr>
        <p:spPr>
          <a:xfrm>
            <a:off x="9436608" y="112471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pico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36608" y="1371600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160.199 €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0352" y="2148840"/>
            <a:ext cx="7040880" cy="361188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0" descr="/mnt/data/ppt_charts/overview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593246"/>
            <a:ext cx="6894576" cy="272306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790688" y="2148840"/>
            <a:ext cx="3383280" cy="1517904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7918704" y="2258568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Mensajes clave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918704" y="2532888"/>
            <a:ext cx="3145536" cy="10424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Octubre 2025 concentra el máximo mensual: 160.199 € y 4721 horas.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P10261 - DISEÑO HW lidera tanto en horas como en coste.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analítica: 31 departamentos y 124 empleados.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790688" y="3822192"/>
            <a:ext cx="3383280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7918704" y="3931920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Concentración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918704" y="4206240"/>
            <a:ext cx="3145536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departamentos concentran 57,7% del coste total.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empleados concentran 28,3% del coste total.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análisis se ha realizado sobre el dataset completo, sin filtros operativos.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4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POR ELEMENTO / DEPARTAMENTO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por departamento sobre el dataset completo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93424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277856" y="128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5A99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1 · Horas por Elemento / Departamento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ejecutivo (ordenado sobre el dataset completo)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5895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rank_dept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52886"/>
            <a:ext cx="7443216" cy="38094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75320" y="1024128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403336" y="11338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03336" y="1408176"/>
            <a:ext cx="268833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Líder: P10261 - DISEÑO HW.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asociado: 4785,53 horas.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departamentos concentran 56,8% del total de horas.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departamentos evaluados.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75320" y="3255264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403336" y="33649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visualización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03336" y="3639312"/>
            <a:ext cx="268833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analítica es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lectura en comité se muestra el top visible con mayor peso relativo.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1 · Horas por Elemento / Departamento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(dataset completo; top 8 destacados)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8181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timeline_dept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54764"/>
            <a:ext cx="7671816" cy="3805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22208" y="10241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50224" y="113385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50224" y="1408176"/>
            <a:ext cx="2432304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mensual sobre todo el dataset.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resaltan los 8 departamentos con mayor carga horaria acumulada.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resto de departamentos se mantiene en segundo plano para lectura ejecutiva.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22208" y="3127248"/>
            <a:ext cx="267004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50224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50224" y="3511296"/>
            <a:ext cx="2432304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del periodo: 10/2025.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PowerPoint la interacción es estática; la selección interactiva se mantiene en Streamlit.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4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POR EMPLEADO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horaria acumulada por profesional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93424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277856" y="128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5A99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 · Horas por Empleado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ejecutivo (ordenado sobre el dataset completo)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5895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rank_emp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70571"/>
            <a:ext cx="7443216" cy="397405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75320" y="1024128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403336" y="11338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03336" y="1408176"/>
            <a:ext cx="268833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Líder: 416659 - Rodrigo San Martín, Daniel.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Volumen asociado: 2121,00 horas.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empleados concentran 25,3% del total de horas.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empleados evaluados.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75320" y="3255264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403336" y="33649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visualización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03336" y="3639312"/>
            <a:ext cx="268833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analítica es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lectura en comité se muestra el top visible con mayor peso relativo.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2 · Horas por Empleado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(dataset completo; top 8 destacados)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8181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timeline_emp_hou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54764"/>
            <a:ext cx="7671816" cy="3805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22208" y="10241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50224" y="113385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50224" y="1408176"/>
            <a:ext cx="2432304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mensual sobre todo el dataset.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resaltan los 8 empleados con mayor dedicación acumulada.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gráfica mantiene el total de la base, sin aplicar filtros.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22208" y="3127248"/>
            <a:ext cx="267004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50224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50224" y="3511296"/>
            <a:ext cx="2432304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del periodo: 10/2025.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PowerPoint la interacción es estática; la selección interactiva se mantiene en Streamlit.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POR ELEMENTO / DEPARTAMENTO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acumulado por departamento / elemento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93424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277856" y="128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5A99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 · Coste por Elemento / Departamento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ejecutivo (ordenado sobre el dataset completo)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5895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rank_dept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77071"/>
            <a:ext cx="7443216" cy="396105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75320" y="1024128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403336" y="11338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03336" y="1408176"/>
            <a:ext cx="268833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Líder: P10261 - DISEÑO HW.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asociado: 153.857,99 €.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departamentos concentran 57,7% del coste total.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departamentos evaluados.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75320" y="3255264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403336" y="33649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visualización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03336" y="3639312"/>
            <a:ext cx="268833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analítica es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lectura en comité se muestra el top visible con mayor peso relativo.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3 · Coste por Elemento / Departamento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(dataset completo; top 8 destacados)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8181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timeline_dept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55763"/>
            <a:ext cx="7671816" cy="3803673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22208" y="10241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50224" y="113385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50224" y="1408176"/>
            <a:ext cx="2432304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mensual de coste sobre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resaltan los 8 departamentos con mayor coste acumulado.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Permite ver concentración y aceleración del gasto por área.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22208" y="3127248"/>
            <a:ext cx="267004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50224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50224" y="3511296"/>
            <a:ext cx="2432304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del periodo: 10/2025.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PowerPoint la interacción es estática; la selección interactiva se mantiene en Streamlit.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2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POR EMPLEADO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30352" y="11430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acumulado por profesional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93424" y="0"/>
            <a:ext cx="0" cy="5806440"/>
          </a:xfrm>
          <a:prstGeom prst="line">
            <a:avLst/>
          </a:prstGeom>
          <a:noFill/>
          <a:ln w="12700">
            <a:solidFill>
              <a:srgbClr val="A8D7D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10277856" y="128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5A99A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3E2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4 · Coste por Empleado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ejecutivo (ordenado sobre el dataset completo)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5895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rank_emp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670571"/>
            <a:ext cx="7443216" cy="397405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75320" y="1024128"/>
            <a:ext cx="29260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403336" y="1133856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03336" y="1408176"/>
            <a:ext cx="268833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Líder: 416659 - Rodrigo San Martín, Daniel.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 asociado: 94.955,27 €.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empleados concentran 28,3% del coste total.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empleados evaluados.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75320" y="3255264"/>
            <a:ext cx="2926080" cy="170078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403336" y="336499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 de visualización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403336" y="3639312"/>
            <a:ext cx="2688336" cy="1225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analítica es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lectura en comité se muestra el top visible con mayor peso relativo.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4 · Coste por Empleado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30352" y="69494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mensual (dataset completo; top 8 destacados)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0040112" y="0"/>
            <a:ext cx="0" cy="1600200"/>
          </a:xfrm>
          <a:prstGeom prst="line">
            <a:avLst/>
          </a:prstGeom>
          <a:noFill/>
          <a:ln w="13970">
            <a:solidFill>
              <a:srgbClr val="A8D7D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10222992" y="7315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8DB8C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66928" y="6510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F7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Indra • Informe de Costes del Proyecto • 15/04/2026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30352" y="1024128"/>
            <a:ext cx="7818120" cy="5266944"/>
          </a:xfrm>
          <a:prstGeom prst="roundRect">
            <a:avLst>
              <a:gd name="adj" fmla="val 694"/>
            </a:avLst>
          </a:prstGeom>
          <a:solidFill>
            <a:srgbClr val="FFFFFF"/>
          </a:solidFill>
          <a:ln w="12700">
            <a:solidFill>
              <a:srgbClr val="D6DE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mnt/data/ppt_charts/timeline_emp_c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754764"/>
            <a:ext cx="7671816" cy="38056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22208" y="1024128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650224" y="113385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ejecutiva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650224" y="1408176"/>
            <a:ext cx="2432304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 mensual de coste sobre el dataset completo.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resaltan los 8 empleados con mayor impacto económico acumulado.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representación mantiene toda la base y prioriza la legibilidad ejecutiva.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22208" y="3127248"/>
            <a:ext cx="2670048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C9D7D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650224" y="3236976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42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50224" y="3511296"/>
            <a:ext cx="2432304" cy="9692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del periodo: 10/2025.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019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PowerPoint la interacción es estática; la selección interactiva se mantiene en Streamlit.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1474</Words>
  <Application>Microsoft Office PowerPoint</Application>
  <PresentationFormat>Panorámica</PresentationFormat>
  <Paragraphs>173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Costes del Proyecto</dc:title>
  <dc:subject>Informe de Costes del Proyecto</dc:subject>
  <dc:creator>OpenAI</dc:creator>
  <cp:lastModifiedBy>Rodrigo San Martín, Daniel</cp:lastModifiedBy>
  <cp:revision>2</cp:revision>
  <dcterms:created xsi:type="dcterms:W3CDTF">2026-04-15T23:52:35Z</dcterms:created>
  <dcterms:modified xsi:type="dcterms:W3CDTF">2026-04-16T07:57:43Z</dcterms:modified>
</cp:coreProperties>
</file>